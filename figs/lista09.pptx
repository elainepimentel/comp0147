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8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0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9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8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6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5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CBB64-15DE-4B0C-A101-DCDA128541F3}" type="datetimeFigureOut">
              <a:rPr lang="en-US" smtClean="0"/>
              <a:t>5/14/2014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25230-A251-4A71-8656-453B807A9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1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28600" y="22396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417618" y="22396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417618" y="169947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28600" y="169947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Straight Arrow Connector 8"/>
          <p:cNvCxnSpPr>
            <a:stCxn id="4" idx="6"/>
          </p:cNvCxnSpPr>
          <p:nvPr/>
        </p:nvCxnSpPr>
        <p:spPr>
          <a:xfrm>
            <a:off x="1143000" y="681166"/>
            <a:ext cx="127461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5"/>
            <a:endCxn id="6" idx="1"/>
          </p:cNvCxnSpPr>
          <p:nvPr/>
        </p:nvCxnSpPr>
        <p:spPr>
          <a:xfrm>
            <a:off x="1009089" y="1004455"/>
            <a:ext cx="1542440" cy="82893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4"/>
            <a:endCxn id="7" idx="0"/>
          </p:cNvCxnSpPr>
          <p:nvPr/>
        </p:nvCxnSpPr>
        <p:spPr>
          <a:xfrm>
            <a:off x="685800" y="1138366"/>
            <a:ext cx="0" cy="5611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4"/>
            <a:endCxn id="6" idx="0"/>
          </p:cNvCxnSpPr>
          <p:nvPr/>
        </p:nvCxnSpPr>
        <p:spPr>
          <a:xfrm>
            <a:off x="2874818" y="1138366"/>
            <a:ext cx="0" cy="5611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3"/>
            <a:endCxn id="7" idx="7"/>
          </p:cNvCxnSpPr>
          <p:nvPr/>
        </p:nvCxnSpPr>
        <p:spPr>
          <a:xfrm flipH="1">
            <a:off x="1009089" y="1004455"/>
            <a:ext cx="1542440" cy="82893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  <a:endCxn id="7" idx="6"/>
          </p:cNvCxnSpPr>
          <p:nvPr/>
        </p:nvCxnSpPr>
        <p:spPr>
          <a:xfrm flipH="1">
            <a:off x="1143000" y="2156675"/>
            <a:ext cx="127461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126181" y="81049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7227488" y="81049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7227489" y="227673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5" name="Oval 34"/>
          <p:cNvSpPr/>
          <p:nvPr/>
        </p:nvSpPr>
        <p:spPr>
          <a:xfrm>
            <a:off x="5126183" y="22860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6" name="Straight Arrow Connector 35"/>
          <p:cNvCxnSpPr>
            <a:stCxn id="32" idx="7"/>
            <a:endCxn id="33" idx="1"/>
          </p:cNvCxnSpPr>
          <p:nvPr/>
        </p:nvCxnSpPr>
        <p:spPr>
          <a:xfrm flipV="1">
            <a:off x="5906670" y="944401"/>
            <a:ext cx="1454729" cy="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3"/>
            <a:endCxn id="35" idx="1"/>
          </p:cNvCxnSpPr>
          <p:nvPr/>
        </p:nvCxnSpPr>
        <p:spPr>
          <a:xfrm>
            <a:off x="5260092" y="1590980"/>
            <a:ext cx="2" cy="82893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3" idx="5"/>
            <a:endCxn id="34" idx="7"/>
          </p:cNvCxnSpPr>
          <p:nvPr/>
        </p:nvCxnSpPr>
        <p:spPr>
          <a:xfrm>
            <a:off x="8007977" y="1590979"/>
            <a:ext cx="1" cy="81966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4" idx="3"/>
            <a:endCxn id="35" idx="5"/>
          </p:cNvCxnSpPr>
          <p:nvPr/>
        </p:nvCxnSpPr>
        <p:spPr>
          <a:xfrm flipH="1">
            <a:off x="5906672" y="3057219"/>
            <a:ext cx="1454728" cy="92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>
            <a:stCxn id="33" idx="0"/>
            <a:endCxn id="32" idx="0"/>
          </p:cNvCxnSpPr>
          <p:nvPr/>
        </p:nvCxnSpPr>
        <p:spPr>
          <a:xfrm rot="16200000" flipH="1" flipV="1">
            <a:off x="6634034" y="-240164"/>
            <a:ext cx="1" cy="2101307"/>
          </a:xfrm>
          <a:prstGeom prst="curvedConnector3">
            <a:avLst>
              <a:gd name="adj1" fmla="val -2286000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34" idx="6"/>
            <a:endCxn id="33" idx="6"/>
          </p:cNvCxnSpPr>
          <p:nvPr/>
        </p:nvCxnSpPr>
        <p:spPr>
          <a:xfrm flipH="1" flipV="1">
            <a:off x="8141888" y="1267690"/>
            <a:ext cx="1" cy="1466240"/>
          </a:xfrm>
          <a:prstGeom prst="curvedConnector3">
            <a:avLst>
              <a:gd name="adj1" fmla="val -2286000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35" idx="4"/>
            <a:endCxn id="34" idx="4"/>
          </p:cNvCxnSpPr>
          <p:nvPr/>
        </p:nvCxnSpPr>
        <p:spPr>
          <a:xfrm rot="5400000" flipH="1" flipV="1">
            <a:off x="6629401" y="2145112"/>
            <a:ext cx="9270" cy="2101306"/>
          </a:xfrm>
          <a:prstGeom prst="curvedConnector3">
            <a:avLst>
              <a:gd name="adj1" fmla="val -246601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35" idx="2"/>
            <a:endCxn id="32" idx="2"/>
          </p:cNvCxnSpPr>
          <p:nvPr/>
        </p:nvCxnSpPr>
        <p:spPr>
          <a:xfrm rot="10800000">
            <a:off x="5126181" y="1267692"/>
            <a:ext cx="2" cy="1475509"/>
          </a:xfrm>
          <a:prstGeom prst="curvedConnector3">
            <a:avLst>
              <a:gd name="adj1" fmla="val 1143010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34" idx="0"/>
            <a:endCxn id="32" idx="6"/>
          </p:cNvCxnSpPr>
          <p:nvPr/>
        </p:nvCxnSpPr>
        <p:spPr>
          <a:xfrm rot="16200000" flipV="1">
            <a:off x="6358116" y="950157"/>
            <a:ext cx="1009039" cy="1644108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35" idx="0"/>
            <a:endCxn id="33" idx="2"/>
          </p:cNvCxnSpPr>
          <p:nvPr/>
        </p:nvCxnSpPr>
        <p:spPr>
          <a:xfrm rot="5400000" flipH="1" flipV="1">
            <a:off x="5896280" y="954793"/>
            <a:ext cx="1018310" cy="1644105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/>
          <p:cNvCxnSpPr>
            <a:stCxn id="33" idx="4"/>
            <a:endCxn id="35" idx="6"/>
          </p:cNvCxnSpPr>
          <p:nvPr/>
        </p:nvCxnSpPr>
        <p:spPr>
          <a:xfrm rot="5400000">
            <a:off x="6353481" y="1411993"/>
            <a:ext cx="1018310" cy="1644105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32" idx="4"/>
            <a:endCxn id="34" idx="2"/>
          </p:cNvCxnSpPr>
          <p:nvPr/>
        </p:nvCxnSpPr>
        <p:spPr>
          <a:xfrm rot="16200000" flipH="1">
            <a:off x="5900916" y="1407356"/>
            <a:ext cx="1009039" cy="1644108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85800" y="3523639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2874818" y="3523639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2874818" y="499914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685800" y="499914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1" name="Curved Connector 60"/>
          <p:cNvCxnSpPr>
            <a:stCxn id="48" idx="6"/>
            <a:endCxn id="48" idx="0"/>
          </p:cNvCxnSpPr>
          <p:nvPr/>
        </p:nvCxnSpPr>
        <p:spPr>
          <a:xfrm flipH="1" flipV="1">
            <a:off x="1143000" y="3523639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8" idx="4"/>
            <a:endCxn id="51" idx="0"/>
          </p:cNvCxnSpPr>
          <p:nvPr/>
        </p:nvCxnSpPr>
        <p:spPr>
          <a:xfrm>
            <a:off x="1143000" y="4438039"/>
            <a:ext cx="0" cy="5611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49" idx="0"/>
            <a:endCxn id="49" idx="6"/>
          </p:cNvCxnSpPr>
          <p:nvPr/>
        </p:nvCxnSpPr>
        <p:spPr>
          <a:xfrm rot="16200000" flipH="1">
            <a:off x="3332018" y="3523639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/>
          <p:cNvCxnSpPr>
            <a:stCxn id="50" idx="6"/>
            <a:endCxn id="50" idx="4"/>
          </p:cNvCxnSpPr>
          <p:nvPr/>
        </p:nvCxnSpPr>
        <p:spPr>
          <a:xfrm flipH="1">
            <a:off x="3332018" y="5456348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51" idx="2"/>
            <a:endCxn id="48" idx="2"/>
          </p:cNvCxnSpPr>
          <p:nvPr/>
        </p:nvCxnSpPr>
        <p:spPr>
          <a:xfrm rot="10800000">
            <a:off x="685800" y="3980840"/>
            <a:ext cx="12700" cy="1475509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95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90945" y="171562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895600" y="1122169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895600" y="259767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2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2895600" y="408933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3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2895600" y="556484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4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290945" y="320727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2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290945" y="468278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3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5257800" y="171562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Oval 56"/>
          <p:cNvSpPr/>
          <p:nvPr/>
        </p:nvSpPr>
        <p:spPr>
          <a:xfrm>
            <a:off x="5257800" y="320727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5257800" y="4682785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" name="Straight Arrow Connector 2"/>
          <p:cNvCxnSpPr>
            <a:stCxn id="4" idx="6"/>
            <a:endCxn id="5" idx="2"/>
          </p:cNvCxnSpPr>
          <p:nvPr/>
        </p:nvCxnSpPr>
        <p:spPr>
          <a:xfrm flipV="1">
            <a:off x="1205345" y="1579369"/>
            <a:ext cx="1690255" cy="59345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5"/>
            <a:endCxn id="50" idx="1"/>
          </p:cNvCxnSpPr>
          <p:nvPr/>
        </p:nvCxnSpPr>
        <p:spPr>
          <a:xfrm>
            <a:off x="1071434" y="2496110"/>
            <a:ext cx="1958077" cy="320264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3" idx="6"/>
            <a:endCxn id="49" idx="2"/>
          </p:cNvCxnSpPr>
          <p:nvPr/>
        </p:nvCxnSpPr>
        <p:spPr>
          <a:xfrm>
            <a:off x="1205345" y="3664476"/>
            <a:ext cx="1690255" cy="88205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4" idx="6"/>
            <a:endCxn id="5" idx="3"/>
          </p:cNvCxnSpPr>
          <p:nvPr/>
        </p:nvCxnSpPr>
        <p:spPr>
          <a:xfrm flipV="1">
            <a:off x="1205345" y="1902658"/>
            <a:ext cx="1824166" cy="323732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4" idx="6"/>
            <a:endCxn id="50" idx="2"/>
          </p:cNvCxnSpPr>
          <p:nvPr/>
        </p:nvCxnSpPr>
        <p:spPr>
          <a:xfrm>
            <a:off x="1205345" y="5139985"/>
            <a:ext cx="1690255" cy="88205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6"/>
            <a:endCxn id="56" idx="1"/>
          </p:cNvCxnSpPr>
          <p:nvPr/>
        </p:nvCxnSpPr>
        <p:spPr>
          <a:xfrm>
            <a:off x="3810000" y="1579369"/>
            <a:ext cx="1581711" cy="27016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6" idx="7"/>
            <a:endCxn id="56" idx="2"/>
          </p:cNvCxnSpPr>
          <p:nvPr/>
        </p:nvCxnSpPr>
        <p:spPr>
          <a:xfrm flipV="1">
            <a:off x="3676089" y="2172821"/>
            <a:ext cx="1581711" cy="5587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49" idx="7"/>
            <a:endCxn id="57" idx="2"/>
          </p:cNvCxnSpPr>
          <p:nvPr/>
        </p:nvCxnSpPr>
        <p:spPr>
          <a:xfrm flipV="1">
            <a:off x="3676089" y="3664476"/>
            <a:ext cx="1581711" cy="5587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9" idx="5"/>
            <a:endCxn id="58" idx="2"/>
          </p:cNvCxnSpPr>
          <p:nvPr/>
        </p:nvCxnSpPr>
        <p:spPr>
          <a:xfrm>
            <a:off x="3676089" y="4869822"/>
            <a:ext cx="1581711" cy="27016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0" idx="7"/>
            <a:endCxn id="57" idx="3"/>
          </p:cNvCxnSpPr>
          <p:nvPr/>
        </p:nvCxnSpPr>
        <p:spPr>
          <a:xfrm flipV="1">
            <a:off x="3676089" y="3987765"/>
            <a:ext cx="1715622" cy="17109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1524000" y="355937"/>
                <a:ext cx="87248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55937"/>
                <a:ext cx="872483" cy="101566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4097658" y="355937"/>
            <a:ext cx="5389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44566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981200" y="581666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981200" y="44958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2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981200" y="33528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3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981200" y="220980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4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981200" y="106680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5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981200" y="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6</a:t>
            </a:r>
            <a:endParaRPr lang="en-US" sz="48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4" idx="0"/>
            <a:endCxn id="5" idx="4"/>
          </p:cNvCxnSpPr>
          <p:nvPr/>
        </p:nvCxnSpPr>
        <p:spPr>
          <a:xfrm flipV="1">
            <a:off x="2438400" y="5410200"/>
            <a:ext cx="0" cy="4064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4" idx="2"/>
            <a:endCxn id="6" idx="2"/>
          </p:cNvCxnSpPr>
          <p:nvPr/>
        </p:nvCxnSpPr>
        <p:spPr>
          <a:xfrm rot="10800000">
            <a:off x="1981200" y="3810000"/>
            <a:ext cx="12700" cy="2463868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4" idx="2"/>
            <a:endCxn id="8" idx="2"/>
          </p:cNvCxnSpPr>
          <p:nvPr/>
        </p:nvCxnSpPr>
        <p:spPr>
          <a:xfrm rot="10800000">
            <a:off x="1981200" y="1524002"/>
            <a:ext cx="12700" cy="4749867"/>
          </a:xfrm>
          <a:prstGeom prst="curvedConnector3">
            <a:avLst>
              <a:gd name="adj1" fmla="val 9109094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" idx="2"/>
            <a:endCxn id="9" idx="2"/>
          </p:cNvCxnSpPr>
          <p:nvPr/>
        </p:nvCxnSpPr>
        <p:spPr>
          <a:xfrm rot="10800000">
            <a:off x="1981200" y="457202"/>
            <a:ext cx="12700" cy="5816667"/>
          </a:xfrm>
          <a:prstGeom prst="curvedConnector3">
            <a:avLst>
              <a:gd name="adj1" fmla="val 1249090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5" idx="6"/>
            <a:endCxn id="7" idx="6"/>
          </p:cNvCxnSpPr>
          <p:nvPr/>
        </p:nvCxnSpPr>
        <p:spPr>
          <a:xfrm flipV="1">
            <a:off x="2895600" y="2667001"/>
            <a:ext cx="12700" cy="2285999"/>
          </a:xfrm>
          <a:prstGeom prst="curvedConnector3">
            <a:avLst>
              <a:gd name="adj1" fmla="val 529091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5" idx="6"/>
            <a:endCxn id="9" idx="6"/>
          </p:cNvCxnSpPr>
          <p:nvPr/>
        </p:nvCxnSpPr>
        <p:spPr>
          <a:xfrm flipV="1">
            <a:off x="2895600" y="457201"/>
            <a:ext cx="12700" cy="4495799"/>
          </a:xfrm>
          <a:prstGeom prst="curvedConnector3">
            <a:avLst>
              <a:gd name="adj1" fmla="val 1096363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6" idx="6"/>
            <a:endCxn id="9" idx="6"/>
          </p:cNvCxnSpPr>
          <p:nvPr/>
        </p:nvCxnSpPr>
        <p:spPr>
          <a:xfrm flipV="1">
            <a:off x="2895600" y="457201"/>
            <a:ext cx="12700" cy="3352799"/>
          </a:xfrm>
          <a:prstGeom prst="curvedConnector3">
            <a:avLst>
              <a:gd name="adj1" fmla="val 550908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324600" y="5794766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1" name="Oval 70"/>
          <p:cNvSpPr/>
          <p:nvPr/>
        </p:nvSpPr>
        <p:spPr>
          <a:xfrm>
            <a:off x="4807527" y="457200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2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2" name="Oval 71"/>
          <p:cNvSpPr/>
          <p:nvPr/>
        </p:nvSpPr>
        <p:spPr>
          <a:xfrm>
            <a:off x="6324600" y="457200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3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4807527" y="32004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4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7772400" y="4572001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5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6324600" y="32004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6</a:t>
            </a:r>
            <a:endParaRPr lang="en-US" sz="4800" dirty="0">
              <a:solidFill>
                <a:schemeClr val="tx1"/>
              </a:solidFill>
            </a:endParaRPr>
          </a:p>
        </p:txBody>
      </p:sp>
      <p:cxnSp>
        <p:nvCxnSpPr>
          <p:cNvPr id="79" name="Curved Connector 78"/>
          <p:cNvCxnSpPr>
            <a:stCxn id="70" idx="6"/>
            <a:endCxn id="74" idx="4"/>
          </p:cNvCxnSpPr>
          <p:nvPr/>
        </p:nvCxnSpPr>
        <p:spPr>
          <a:xfrm flipV="1">
            <a:off x="7239000" y="5486401"/>
            <a:ext cx="990600" cy="765565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urved Connector 120"/>
          <p:cNvCxnSpPr>
            <a:stCxn id="70" idx="2"/>
            <a:endCxn id="71" idx="4"/>
          </p:cNvCxnSpPr>
          <p:nvPr/>
        </p:nvCxnSpPr>
        <p:spPr>
          <a:xfrm rot="10800000">
            <a:off x="5264728" y="5486402"/>
            <a:ext cx="1059873" cy="765565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70" idx="0"/>
            <a:endCxn id="72" idx="4"/>
          </p:cNvCxnSpPr>
          <p:nvPr/>
        </p:nvCxnSpPr>
        <p:spPr>
          <a:xfrm flipV="1">
            <a:off x="6781800" y="5486401"/>
            <a:ext cx="0" cy="30836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72" idx="0"/>
            <a:endCxn id="75" idx="4"/>
          </p:cNvCxnSpPr>
          <p:nvPr/>
        </p:nvCxnSpPr>
        <p:spPr>
          <a:xfrm flipV="1">
            <a:off x="6781800" y="4114800"/>
            <a:ext cx="0" cy="45720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71" idx="0"/>
            <a:endCxn id="73" idx="4"/>
          </p:cNvCxnSpPr>
          <p:nvPr/>
        </p:nvCxnSpPr>
        <p:spPr>
          <a:xfrm flipV="1">
            <a:off x="5264727" y="4114800"/>
            <a:ext cx="0" cy="45720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urved Connector 128"/>
          <p:cNvCxnSpPr>
            <a:stCxn id="71" idx="6"/>
            <a:endCxn id="75" idx="3"/>
          </p:cNvCxnSpPr>
          <p:nvPr/>
        </p:nvCxnSpPr>
        <p:spPr>
          <a:xfrm flipV="1">
            <a:off x="5721927" y="3980889"/>
            <a:ext cx="736584" cy="1048312"/>
          </a:xfrm>
          <a:prstGeom prst="curved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urved Connector 138"/>
          <p:cNvCxnSpPr>
            <a:stCxn id="4" idx="2"/>
            <a:endCxn id="7" idx="2"/>
          </p:cNvCxnSpPr>
          <p:nvPr/>
        </p:nvCxnSpPr>
        <p:spPr>
          <a:xfrm rot="10800000">
            <a:off x="1981200" y="2667002"/>
            <a:ext cx="12700" cy="3606867"/>
          </a:xfrm>
          <a:prstGeom prst="curvedConnector3">
            <a:avLst>
              <a:gd name="adj1" fmla="val 5836362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75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971800" y="59436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971800" y="469893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3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971800" y="347973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9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971800" y="233673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27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971800" y="119373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81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71800" y="-2546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243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4" idx="0"/>
            <a:endCxn id="5" idx="4"/>
          </p:cNvCxnSpPr>
          <p:nvPr/>
        </p:nvCxnSpPr>
        <p:spPr>
          <a:xfrm flipV="1">
            <a:off x="3429000" y="5613332"/>
            <a:ext cx="0" cy="3302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4" idx="2"/>
            <a:endCxn id="6" idx="2"/>
          </p:cNvCxnSpPr>
          <p:nvPr/>
        </p:nvCxnSpPr>
        <p:spPr>
          <a:xfrm rot="10800000">
            <a:off x="2971800" y="3936932"/>
            <a:ext cx="12700" cy="2463868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4" idx="2"/>
            <a:endCxn id="8" idx="2"/>
          </p:cNvCxnSpPr>
          <p:nvPr/>
        </p:nvCxnSpPr>
        <p:spPr>
          <a:xfrm rot="10800000">
            <a:off x="2971800" y="1650934"/>
            <a:ext cx="12700" cy="4749867"/>
          </a:xfrm>
          <a:prstGeom prst="curvedConnector3">
            <a:avLst>
              <a:gd name="adj1" fmla="val 12054551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" idx="2"/>
            <a:endCxn id="9" idx="2"/>
          </p:cNvCxnSpPr>
          <p:nvPr/>
        </p:nvCxnSpPr>
        <p:spPr>
          <a:xfrm rot="10800000">
            <a:off x="2971800" y="431732"/>
            <a:ext cx="12700" cy="5969068"/>
          </a:xfrm>
          <a:prstGeom prst="curvedConnector3">
            <a:avLst>
              <a:gd name="adj1" fmla="val 1990908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urved Connector 138"/>
          <p:cNvCxnSpPr>
            <a:stCxn id="4" idx="2"/>
            <a:endCxn id="7" idx="2"/>
          </p:cNvCxnSpPr>
          <p:nvPr/>
        </p:nvCxnSpPr>
        <p:spPr>
          <a:xfrm rot="10800000">
            <a:off x="2971800" y="2793934"/>
            <a:ext cx="12700" cy="3606867"/>
          </a:xfrm>
          <a:prstGeom prst="curvedConnector3">
            <a:avLst>
              <a:gd name="adj1" fmla="val 5836362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5" idx="0"/>
            <a:endCxn id="6" idx="4"/>
          </p:cNvCxnSpPr>
          <p:nvPr/>
        </p:nvCxnSpPr>
        <p:spPr>
          <a:xfrm flipV="1">
            <a:off x="3429000" y="4394132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5" idx="2"/>
            <a:endCxn id="7" idx="2"/>
          </p:cNvCxnSpPr>
          <p:nvPr/>
        </p:nvCxnSpPr>
        <p:spPr>
          <a:xfrm rot="10800000">
            <a:off x="2971800" y="2793934"/>
            <a:ext cx="12700" cy="2362199"/>
          </a:xfrm>
          <a:prstGeom prst="curvedConnector3">
            <a:avLst>
              <a:gd name="adj1" fmla="val 332727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5" idx="2"/>
            <a:endCxn id="8" idx="2"/>
          </p:cNvCxnSpPr>
          <p:nvPr/>
        </p:nvCxnSpPr>
        <p:spPr>
          <a:xfrm rot="10800000">
            <a:off x="2971800" y="1650934"/>
            <a:ext cx="12700" cy="3505199"/>
          </a:xfrm>
          <a:prstGeom prst="curvedConnector3">
            <a:avLst>
              <a:gd name="adj1" fmla="val 758181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5" idx="2"/>
            <a:endCxn id="9" idx="2"/>
          </p:cNvCxnSpPr>
          <p:nvPr/>
        </p:nvCxnSpPr>
        <p:spPr>
          <a:xfrm rot="10800000">
            <a:off x="2971800" y="431732"/>
            <a:ext cx="12700" cy="4724400"/>
          </a:xfrm>
          <a:prstGeom prst="curvedConnector3">
            <a:avLst>
              <a:gd name="adj1" fmla="val 1489090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0"/>
            <a:endCxn id="7" idx="4"/>
          </p:cNvCxnSpPr>
          <p:nvPr/>
        </p:nvCxnSpPr>
        <p:spPr>
          <a:xfrm flipV="1">
            <a:off x="3429000" y="3251133"/>
            <a:ext cx="0" cy="22859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0"/>
            <a:endCxn id="8" idx="4"/>
          </p:cNvCxnSpPr>
          <p:nvPr/>
        </p:nvCxnSpPr>
        <p:spPr>
          <a:xfrm flipV="1">
            <a:off x="3429000" y="2108133"/>
            <a:ext cx="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0"/>
            <a:endCxn id="9" idx="4"/>
          </p:cNvCxnSpPr>
          <p:nvPr/>
        </p:nvCxnSpPr>
        <p:spPr>
          <a:xfrm flipV="1">
            <a:off x="3429000" y="888932"/>
            <a:ext cx="0" cy="30480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6" idx="6"/>
            <a:endCxn id="8" idx="6"/>
          </p:cNvCxnSpPr>
          <p:nvPr/>
        </p:nvCxnSpPr>
        <p:spPr>
          <a:xfrm flipV="1">
            <a:off x="3886200" y="1650933"/>
            <a:ext cx="12700" cy="2285999"/>
          </a:xfrm>
          <a:prstGeom prst="curvedConnector3">
            <a:avLst>
              <a:gd name="adj1" fmla="val 692727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6" idx="6"/>
            <a:endCxn id="9" idx="6"/>
          </p:cNvCxnSpPr>
          <p:nvPr/>
        </p:nvCxnSpPr>
        <p:spPr>
          <a:xfrm flipV="1">
            <a:off x="3886200" y="431732"/>
            <a:ext cx="12700" cy="3505200"/>
          </a:xfrm>
          <a:prstGeom prst="curvedConnector3">
            <a:avLst>
              <a:gd name="adj1" fmla="val 1336363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7" idx="6"/>
            <a:endCxn id="9" idx="6"/>
          </p:cNvCxnSpPr>
          <p:nvPr/>
        </p:nvCxnSpPr>
        <p:spPr>
          <a:xfrm flipV="1">
            <a:off x="3886200" y="431732"/>
            <a:ext cx="12700" cy="2362201"/>
          </a:xfrm>
          <a:prstGeom prst="curvedConnector3">
            <a:avLst>
              <a:gd name="adj1" fmla="val 72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6705600" y="5943600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1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705600" y="469893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3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705600" y="3479732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9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705600" y="233673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27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05600" y="1193733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81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705600" y="-25468"/>
            <a:ext cx="914400" cy="914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243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07" name="Straight Arrow Connector 106"/>
          <p:cNvCxnSpPr>
            <a:stCxn id="101" idx="0"/>
            <a:endCxn id="102" idx="4"/>
          </p:cNvCxnSpPr>
          <p:nvPr/>
        </p:nvCxnSpPr>
        <p:spPr>
          <a:xfrm flipV="1">
            <a:off x="7162800" y="5613332"/>
            <a:ext cx="0" cy="3302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02" idx="0"/>
            <a:endCxn id="103" idx="4"/>
          </p:cNvCxnSpPr>
          <p:nvPr/>
        </p:nvCxnSpPr>
        <p:spPr>
          <a:xfrm flipV="1">
            <a:off x="7162800" y="4394132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03" idx="0"/>
            <a:endCxn id="104" idx="4"/>
          </p:cNvCxnSpPr>
          <p:nvPr/>
        </p:nvCxnSpPr>
        <p:spPr>
          <a:xfrm flipV="1">
            <a:off x="7162800" y="3251133"/>
            <a:ext cx="0" cy="22859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04" idx="0"/>
            <a:endCxn id="105" idx="4"/>
          </p:cNvCxnSpPr>
          <p:nvPr/>
        </p:nvCxnSpPr>
        <p:spPr>
          <a:xfrm flipV="1">
            <a:off x="7162800" y="2108133"/>
            <a:ext cx="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105" idx="0"/>
            <a:endCxn id="106" idx="4"/>
          </p:cNvCxnSpPr>
          <p:nvPr/>
        </p:nvCxnSpPr>
        <p:spPr>
          <a:xfrm flipV="1">
            <a:off x="7162800" y="888932"/>
            <a:ext cx="0" cy="30480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34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48</Words>
  <Application>Microsoft Office PowerPoint</Application>
  <PresentationFormat>On-screen Show (4:3)</PresentationFormat>
  <Paragraphs>48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Alvim</dc:creator>
  <cp:lastModifiedBy>Mario Alvim</cp:lastModifiedBy>
  <cp:revision>7</cp:revision>
  <dcterms:created xsi:type="dcterms:W3CDTF">2014-05-10T16:59:54Z</dcterms:created>
  <dcterms:modified xsi:type="dcterms:W3CDTF">2014-05-14T14:33:18Z</dcterms:modified>
</cp:coreProperties>
</file>