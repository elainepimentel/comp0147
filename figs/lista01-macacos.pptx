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7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62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17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1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6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97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9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5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4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3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0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83329-A7C9-46F7-B2CD-C8CC516C4399}" type="datetimeFigureOut">
              <a:rPr lang="en-US" smtClean="0"/>
              <a:t>8/26/2014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0148A-DF39-4E48-8C24-3A1A7CD4B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3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371339" y="1402339"/>
            <a:ext cx="1467861" cy="843396"/>
            <a:chOff x="6872576" y="1820140"/>
            <a:chExt cx="1467861" cy="843396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2" name="Oval 11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33775" y="1371600"/>
            <a:ext cx="3224213" cy="904875"/>
            <a:chOff x="2695575" y="1857376"/>
            <a:chExt cx="3224213" cy="904875"/>
          </a:xfrm>
        </p:grpSpPr>
        <p:pic>
          <p:nvPicPr>
            <p:cNvPr id="1038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0" name="Oval 9"/>
            <p:cNvSpPr/>
            <p:nvPr/>
          </p:nvSpPr>
          <p:spPr>
            <a:xfrm>
              <a:off x="3224212" y="1878154"/>
              <a:ext cx="2695576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17+17=34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191000" y="152400"/>
            <a:ext cx="1800225" cy="904875"/>
            <a:chOff x="2695575" y="1857376"/>
            <a:chExt cx="1800225" cy="904875"/>
          </a:xfrm>
        </p:grpSpPr>
        <p:pic>
          <p:nvPicPr>
            <p:cNvPr id="22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3" name="Oval 22"/>
            <p:cNvSpPr/>
            <p:nvPr/>
          </p:nvSpPr>
          <p:spPr>
            <a:xfrm>
              <a:off x="3352800" y="1878154"/>
              <a:ext cx="11430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52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371339" y="2783464"/>
            <a:ext cx="1467861" cy="843396"/>
            <a:chOff x="6872576" y="1820140"/>
            <a:chExt cx="1467861" cy="843396"/>
          </a:xfrm>
        </p:grpSpPr>
        <p:pic>
          <p:nvPicPr>
            <p:cNvPr id="4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1" name="Oval 40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533775" y="2752725"/>
            <a:ext cx="3224213" cy="904875"/>
            <a:chOff x="2695575" y="1857376"/>
            <a:chExt cx="3224213" cy="904875"/>
          </a:xfrm>
        </p:grpSpPr>
        <p:pic>
          <p:nvPicPr>
            <p:cNvPr id="43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4" name="Oval 43"/>
            <p:cNvSpPr/>
            <p:nvPr/>
          </p:nvSpPr>
          <p:spPr>
            <a:xfrm>
              <a:off x="3224212" y="1878154"/>
              <a:ext cx="2695576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11+11=22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371339" y="4145539"/>
            <a:ext cx="1467861" cy="843396"/>
            <a:chOff x="6872576" y="1820140"/>
            <a:chExt cx="1467861" cy="843396"/>
          </a:xfrm>
        </p:grpSpPr>
        <p:pic>
          <p:nvPicPr>
            <p:cNvPr id="4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50" name="Oval 49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533775" y="4114800"/>
            <a:ext cx="3224213" cy="904875"/>
            <a:chOff x="2695575" y="1857376"/>
            <a:chExt cx="3224213" cy="904875"/>
          </a:xfrm>
        </p:grpSpPr>
        <p:pic>
          <p:nvPicPr>
            <p:cNvPr id="52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53" name="Oval 52"/>
            <p:cNvSpPr/>
            <p:nvPr/>
          </p:nvSpPr>
          <p:spPr>
            <a:xfrm>
              <a:off x="3224212" y="1878154"/>
              <a:ext cx="2695576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7+7=14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5" name="Group 1024"/>
          <p:cNvGrpSpPr/>
          <p:nvPr/>
        </p:nvGrpSpPr>
        <p:grpSpPr>
          <a:xfrm>
            <a:off x="1905000" y="1392378"/>
            <a:ext cx="1371600" cy="893622"/>
            <a:chOff x="457200" y="1392378"/>
            <a:chExt cx="1371600" cy="893622"/>
          </a:xfrm>
        </p:grpSpPr>
        <p:grpSp>
          <p:nvGrpSpPr>
            <p:cNvPr id="8" name="Group 7"/>
            <p:cNvGrpSpPr/>
            <p:nvPr/>
          </p:nvGrpSpPr>
          <p:grpSpPr>
            <a:xfrm>
              <a:off x="603072" y="1392378"/>
              <a:ext cx="1225728" cy="734292"/>
              <a:chOff x="603072" y="1981200"/>
              <a:chExt cx="1225728" cy="734292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17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7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Oval 14"/>
            <p:cNvSpPr/>
            <p:nvPr/>
          </p:nvSpPr>
          <p:spPr>
            <a:xfrm>
              <a:off x="457200" y="17690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chemeClr val="accent1"/>
                  </a:solidFill>
                </a:rPr>
                <a:t>1</a:t>
              </a:r>
              <a:endParaRPr lang="en-US" sz="32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28" name="Group 1027"/>
          <p:cNvGrpSpPr/>
          <p:nvPr/>
        </p:nvGrpSpPr>
        <p:grpSpPr>
          <a:xfrm>
            <a:off x="1905000" y="2773503"/>
            <a:ext cx="1371600" cy="884097"/>
            <a:chOff x="457200" y="2773503"/>
            <a:chExt cx="1371600" cy="884097"/>
          </a:xfrm>
        </p:grpSpPr>
        <p:grpSp>
          <p:nvGrpSpPr>
            <p:cNvPr id="36" name="Group 35"/>
            <p:cNvGrpSpPr/>
            <p:nvPr/>
          </p:nvGrpSpPr>
          <p:grpSpPr>
            <a:xfrm>
              <a:off x="603072" y="2773503"/>
              <a:ext cx="1225728" cy="734292"/>
              <a:chOff x="603072" y="1981200"/>
              <a:chExt cx="1225728" cy="734292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11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8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5" name="Oval 54"/>
            <p:cNvSpPr/>
            <p:nvPr/>
          </p:nvSpPr>
          <p:spPr>
            <a:xfrm>
              <a:off x="457200" y="31406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2"/>
                  </a:solidFill>
                </a:rPr>
                <a:t>2</a:t>
              </a:r>
              <a:endParaRPr lang="en-US" sz="3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030" name="Group 1029"/>
          <p:cNvGrpSpPr/>
          <p:nvPr/>
        </p:nvGrpSpPr>
        <p:grpSpPr>
          <a:xfrm>
            <a:off x="1905000" y="4135578"/>
            <a:ext cx="1371600" cy="893622"/>
            <a:chOff x="457200" y="4135578"/>
            <a:chExt cx="1371600" cy="893622"/>
          </a:xfrm>
        </p:grpSpPr>
        <p:grpSp>
          <p:nvGrpSpPr>
            <p:cNvPr id="45" name="Group 44"/>
            <p:cNvGrpSpPr/>
            <p:nvPr/>
          </p:nvGrpSpPr>
          <p:grpSpPr>
            <a:xfrm>
              <a:off x="603072" y="4135578"/>
              <a:ext cx="1225728" cy="734292"/>
              <a:chOff x="603072" y="1981200"/>
              <a:chExt cx="1225728" cy="734292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7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47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6" name="Oval 55"/>
            <p:cNvSpPr/>
            <p:nvPr/>
          </p:nvSpPr>
          <p:spPr>
            <a:xfrm>
              <a:off x="457200" y="45122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6"/>
                  </a:solidFill>
                </a:rPr>
                <a:t>3</a:t>
              </a:r>
              <a:endParaRPr lang="en-US" sz="32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031" name="Group 1030"/>
          <p:cNvGrpSpPr/>
          <p:nvPr/>
        </p:nvGrpSpPr>
        <p:grpSpPr>
          <a:xfrm>
            <a:off x="2659511" y="5701391"/>
            <a:ext cx="1402901" cy="928009"/>
            <a:chOff x="1142999" y="5723448"/>
            <a:chExt cx="1402901" cy="928009"/>
          </a:xfrm>
        </p:grpSpPr>
        <p:grpSp>
          <p:nvGrpSpPr>
            <p:cNvPr id="57" name="Group 56"/>
            <p:cNvGrpSpPr/>
            <p:nvPr/>
          </p:nvGrpSpPr>
          <p:grpSpPr>
            <a:xfrm>
              <a:off x="1215936" y="5723448"/>
              <a:ext cx="1329964" cy="734292"/>
              <a:chOff x="603072" y="1981200"/>
              <a:chExt cx="1329964" cy="734292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914400" y="1981200"/>
                <a:ext cx="1018636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13/3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9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6" name="Oval 65"/>
            <p:cNvSpPr/>
            <p:nvPr/>
          </p:nvSpPr>
          <p:spPr>
            <a:xfrm>
              <a:off x="1142999" y="6134506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chemeClr val="accent1"/>
                  </a:solidFill>
                </a:rPr>
                <a:t>1</a:t>
              </a:r>
              <a:endParaRPr lang="en-US" sz="32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32" name="Group 1031"/>
          <p:cNvGrpSpPr/>
          <p:nvPr/>
        </p:nvGrpSpPr>
        <p:grpSpPr>
          <a:xfrm>
            <a:off x="4219308" y="5665203"/>
            <a:ext cx="1320977" cy="909209"/>
            <a:chOff x="3098623" y="5720191"/>
            <a:chExt cx="1320977" cy="909209"/>
          </a:xfrm>
        </p:grpSpPr>
        <p:grpSp>
          <p:nvGrpSpPr>
            <p:cNvPr id="60" name="Group 59"/>
            <p:cNvGrpSpPr/>
            <p:nvPr/>
          </p:nvGrpSpPr>
          <p:grpSpPr>
            <a:xfrm>
              <a:off x="3193872" y="5720191"/>
              <a:ext cx="1225728" cy="734292"/>
              <a:chOff x="603072" y="1981200"/>
              <a:chExt cx="1225728" cy="734292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13/3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2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7" name="Oval 66"/>
            <p:cNvSpPr/>
            <p:nvPr/>
          </p:nvSpPr>
          <p:spPr>
            <a:xfrm>
              <a:off x="3098623" y="61124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2"/>
                  </a:solidFill>
                </a:rPr>
                <a:t>2</a:t>
              </a:r>
              <a:endParaRPr lang="en-US" sz="3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033" name="Group 1032"/>
          <p:cNvGrpSpPr/>
          <p:nvPr/>
        </p:nvGrpSpPr>
        <p:grpSpPr>
          <a:xfrm>
            <a:off x="5784672" y="5659349"/>
            <a:ext cx="1225728" cy="970051"/>
            <a:chOff x="5257800" y="5661947"/>
            <a:chExt cx="1225728" cy="970051"/>
          </a:xfrm>
        </p:grpSpPr>
        <p:grpSp>
          <p:nvGrpSpPr>
            <p:cNvPr id="63" name="Group 62"/>
            <p:cNvGrpSpPr/>
            <p:nvPr/>
          </p:nvGrpSpPr>
          <p:grpSpPr>
            <a:xfrm>
              <a:off x="5257800" y="5661947"/>
              <a:ext cx="1225728" cy="734292"/>
              <a:chOff x="603072" y="1981200"/>
              <a:chExt cx="1225728" cy="734292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13/3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5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8" name="Oval 67"/>
            <p:cNvSpPr/>
            <p:nvPr/>
          </p:nvSpPr>
          <p:spPr>
            <a:xfrm>
              <a:off x="5642064" y="6115047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6"/>
                  </a:solidFill>
                </a:rPr>
                <a:t>3</a:t>
              </a:r>
              <a:endParaRPr lang="en-US" sz="32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7066539" y="5633604"/>
            <a:ext cx="1467861" cy="843396"/>
            <a:chOff x="6872576" y="1820140"/>
            <a:chExt cx="1467861" cy="843396"/>
          </a:xfrm>
        </p:grpSpPr>
        <p:pic>
          <p:nvPicPr>
            <p:cNvPr id="7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71" name="Oval 70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9" name="Straight Connector 18"/>
          <p:cNvCxnSpPr>
            <a:stCxn id="23" idx="4"/>
            <a:endCxn id="9" idx="7"/>
          </p:cNvCxnSpPr>
          <p:nvPr/>
        </p:nvCxnSpPr>
        <p:spPr>
          <a:xfrm flipH="1">
            <a:off x="3142689" y="907470"/>
            <a:ext cx="2277036" cy="5924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3" idx="4"/>
            <a:endCxn id="10" idx="0"/>
          </p:cNvCxnSpPr>
          <p:nvPr/>
        </p:nvCxnSpPr>
        <p:spPr>
          <a:xfrm flipH="1">
            <a:off x="5410200" y="907470"/>
            <a:ext cx="9525" cy="48490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23" idx="4"/>
            <a:endCxn id="1027" idx="0"/>
          </p:cNvCxnSpPr>
          <p:nvPr/>
        </p:nvCxnSpPr>
        <p:spPr>
          <a:xfrm>
            <a:off x="5419725" y="907470"/>
            <a:ext cx="2408454" cy="49486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10" idx="4"/>
            <a:endCxn id="37" idx="7"/>
          </p:cNvCxnSpPr>
          <p:nvPr/>
        </p:nvCxnSpPr>
        <p:spPr>
          <a:xfrm flipH="1">
            <a:off x="3142689" y="2126670"/>
            <a:ext cx="2267511" cy="75436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10" idx="4"/>
            <a:endCxn id="44" idx="0"/>
          </p:cNvCxnSpPr>
          <p:nvPr/>
        </p:nvCxnSpPr>
        <p:spPr>
          <a:xfrm>
            <a:off x="5410200" y="2126670"/>
            <a:ext cx="0" cy="64683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10" idx="4"/>
            <a:endCxn id="40" idx="0"/>
          </p:cNvCxnSpPr>
          <p:nvPr/>
        </p:nvCxnSpPr>
        <p:spPr>
          <a:xfrm>
            <a:off x="5410200" y="2126670"/>
            <a:ext cx="2417979" cy="65679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4" idx="4"/>
            <a:endCxn id="53" idx="0"/>
          </p:cNvCxnSpPr>
          <p:nvPr/>
        </p:nvCxnSpPr>
        <p:spPr>
          <a:xfrm>
            <a:off x="5410200" y="3507795"/>
            <a:ext cx="0" cy="62778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44" idx="4"/>
            <a:endCxn id="46" idx="7"/>
          </p:cNvCxnSpPr>
          <p:nvPr/>
        </p:nvCxnSpPr>
        <p:spPr>
          <a:xfrm flipH="1">
            <a:off x="3142689" y="3507795"/>
            <a:ext cx="2267511" cy="73531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44" idx="4"/>
            <a:endCxn id="49" idx="0"/>
          </p:cNvCxnSpPr>
          <p:nvPr/>
        </p:nvCxnSpPr>
        <p:spPr>
          <a:xfrm>
            <a:off x="5410200" y="3507795"/>
            <a:ext cx="2417979" cy="6377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53" idx="4"/>
            <a:endCxn id="59" idx="0"/>
          </p:cNvCxnSpPr>
          <p:nvPr/>
        </p:nvCxnSpPr>
        <p:spPr>
          <a:xfrm flipH="1">
            <a:off x="3043776" y="4869870"/>
            <a:ext cx="2366424" cy="83477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3" idx="4"/>
            <a:endCxn id="62" idx="0"/>
          </p:cNvCxnSpPr>
          <p:nvPr/>
        </p:nvCxnSpPr>
        <p:spPr>
          <a:xfrm flipH="1">
            <a:off x="4625885" y="4869870"/>
            <a:ext cx="784315" cy="7985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53" idx="4"/>
            <a:endCxn id="65" idx="0"/>
          </p:cNvCxnSpPr>
          <p:nvPr/>
        </p:nvCxnSpPr>
        <p:spPr>
          <a:xfrm>
            <a:off x="5410200" y="4869870"/>
            <a:ext cx="685800" cy="792735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>
            <a:stCxn id="53" idx="4"/>
            <a:endCxn id="70" idx="0"/>
          </p:cNvCxnSpPr>
          <p:nvPr/>
        </p:nvCxnSpPr>
        <p:spPr>
          <a:xfrm>
            <a:off x="5410200" y="4869870"/>
            <a:ext cx="2113179" cy="76373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Left Brace 1040"/>
          <p:cNvSpPr/>
          <p:nvPr/>
        </p:nvSpPr>
        <p:spPr>
          <a:xfrm>
            <a:off x="1610229" y="152401"/>
            <a:ext cx="294770" cy="1607122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Left Brace 114"/>
          <p:cNvSpPr/>
          <p:nvPr/>
        </p:nvSpPr>
        <p:spPr>
          <a:xfrm>
            <a:off x="1570107" y="1769485"/>
            <a:ext cx="294770" cy="138112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Left Brace 115"/>
          <p:cNvSpPr/>
          <p:nvPr/>
        </p:nvSpPr>
        <p:spPr>
          <a:xfrm>
            <a:off x="1570106" y="3124200"/>
            <a:ext cx="294770" cy="1388485"/>
          </a:xfrm>
          <a:prstGeom prst="lef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Left Brace 116"/>
          <p:cNvSpPr/>
          <p:nvPr/>
        </p:nvSpPr>
        <p:spPr>
          <a:xfrm>
            <a:off x="1550045" y="4495800"/>
            <a:ext cx="294770" cy="1820136"/>
          </a:xfrm>
          <a:prstGeom prst="leftBrac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TextBox 1041"/>
          <p:cNvSpPr txBox="1"/>
          <p:nvPr/>
        </p:nvSpPr>
        <p:spPr>
          <a:xfrm>
            <a:off x="30181" y="663574"/>
            <a:ext cx="1580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1"/>
                </a:solidFill>
              </a:rPr>
              <a:t>Amigo 1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0963" y="2136631"/>
            <a:ext cx="1580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2"/>
                </a:solidFill>
              </a:rPr>
              <a:t>Amigo 2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0963" y="3504538"/>
            <a:ext cx="1580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C000"/>
                </a:solidFill>
              </a:rPr>
              <a:t>Amigo 3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0963" y="5119872"/>
            <a:ext cx="1386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>
                <a:solidFill>
                  <a:schemeClr val="accent3"/>
                </a:solidFill>
              </a:rPr>
              <a:t>Manhã</a:t>
            </a:r>
            <a:endParaRPr lang="en-US" sz="32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6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371339" y="1402339"/>
            <a:ext cx="1467861" cy="843396"/>
            <a:chOff x="6872576" y="1820140"/>
            <a:chExt cx="1467861" cy="843396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2" name="Oval 11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33775" y="1371600"/>
            <a:ext cx="3224213" cy="904875"/>
            <a:chOff x="2695575" y="1857376"/>
            <a:chExt cx="3224213" cy="904875"/>
          </a:xfrm>
        </p:grpSpPr>
        <p:pic>
          <p:nvPicPr>
            <p:cNvPr id="1038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0" name="Oval 9"/>
            <p:cNvSpPr/>
            <p:nvPr/>
          </p:nvSpPr>
          <p:spPr>
            <a:xfrm>
              <a:off x="3224212" y="1878154"/>
              <a:ext cx="2695576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26+26=52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191000" y="152400"/>
            <a:ext cx="1800225" cy="904875"/>
            <a:chOff x="2695575" y="1857376"/>
            <a:chExt cx="1800225" cy="904875"/>
          </a:xfrm>
        </p:grpSpPr>
        <p:pic>
          <p:nvPicPr>
            <p:cNvPr id="22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3" name="Oval 22"/>
            <p:cNvSpPr/>
            <p:nvPr/>
          </p:nvSpPr>
          <p:spPr>
            <a:xfrm>
              <a:off x="3352800" y="1878154"/>
              <a:ext cx="11430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79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371339" y="2783464"/>
            <a:ext cx="1467861" cy="843396"/>
            <a:chOff x="6872576" y="1820140"/>
            <a:chExt cx="1467861" cy="843396"/>
          </a:xfrm>
        </p:grpSpPr>
        <p:pic>
          <p:nvPicPr>
            <p:cNvPr id="4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1" name="Oval 40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533775" y="2752725"/>
            <a:ext cx="3224213" cy="904875"/>
            <a:chOff x="2695575" y="1857376"/>
            <a:chExt cx="3224213" cy="904875"/>
          </a:xfrm>
        </p:grpSpPr>
        <p:pic>
          <p:nvPicPr>
            <p:cNvPr id="43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4" name="Oval 43"/>
            <p:cNvSpPr/>
            <p:nvPr/>
          </p:nvSpPr>
          <p:spPr>
            <a:xfrm>
              <a:off x="3224212" y="1878154"/>
              <a:ext cx="2695576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17+17=34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371339" y="4145539"/>
            <a:ext cx="1467861" cy="843396"/>
            <a:chOff x="6872576" y="1820140"/>
            <a:chExt cx="1467861" cy="843396"/>
          </a:xfrm>
        </p:grpSpPr>
        <p:pic>
          <p:nvPicPr>
            <p:cNvPr id="4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50" name="Oval 49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533775" y="4114800"/>
            <a:ext cx="3224213" cy="904875"/>
            <a:chOff x="2695575" y="1857376"/>
            <a:chExt cx="3224213" cy="904875"/>
          </a:xfrm>
        </p:grpSpPr>
        <p:pic>
          <p:nvPicPr>
            <p:cNvPr id="52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5575" y="1857376"/>
              <a:ext cx="1009650" cy="90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53" name="Oval 52"/>
            <p:cNvSpPr/>
            <p:nvPr/>
          </p:nvSpPr>
          <p:spPr>
            <a:xfrm>
              <a:off x="3224212" y="1878154"/>
              <a:ext cx="2695576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11+11=22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5" name="Group 1024"/>
          <p:cNvGrpSpPr/>
          <p:nvPr/>
        </p:nvGrpSpPr>
        <p:grpSpPr>
          <a:xfrm>
            <a:off x="1905000" y="1392378"/>
            <a:ext cx="1371600" cy="893622"/>
            <a:chOff x="457200" y="1392378"/>
            <a:chExt cx="1371600" cy="893622"/>
          </a:xfrm>
        </p:grpSpPr>
        <p:grpSp>
          <p:nvGrpSpPr>
            <p:cNvPr id="8" name="Group 7"/>
            <p:cNvGrpSpPr/>
            <p:nvPr/>
          </p:nvGrpSpPr>
          <p:grpSpPr>
            <a:xfrm>
              <a:off x="603072" y="1392378"/>
              <a:ext cx="1225728" cy="734292"/>
              <a:chOff x="603072" y="1981200"/>
              <a:chExt cx="1225728" cy="734292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26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7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Oval 14"/>
            <p:cNvSpPr/>
            <p:nvPr/>
          </p:nvSpPr>
          <p:spPr>
            <a:xfrm>
              <a:off x="457200" y="17690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chemeClr val="accent1"/>
                  </a:solidFill>
                </a:rPr>
                <a:t>1</a:t>
              </a:r>
              <a:endParaRPr lang="en-US" sz="32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28" name="Group 1027"/>
          <p:cNvGrpSpPr/>
          <p:nvPr/>
        </p:nvGrpSpPr>
        <p:grpSpPr>
          <a:xfrm>
            <a:off x="1905000" y="2773503"/>
            <a:ext cx="1371600" cy="884097"/>
            <a:chOff x="457200" y="2773503"/>
            <a:chExt cx="1371600" cy="884097"/>
          </a:xfrm>
        </p:grpSpPr>
        <p:grpSp>
          <p:nvGrpSpPr>
            <p:cNvPr id="36" name="Group 35"/>
            <p:cNvGrpSpPr/>
            <p:nvPr/>
          </p:nvGrpSpPr>
          <p:grpSpPr>
            <a:xfrm>
              <a:off x="603072" y="2773503"/>
              <a:ext cx="1225728" cy="734292"/>
              <a:chOff x="603072" y="1981200"/>
              <a:chExt cx="1225728" cy="734292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17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8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5" name="Oval 54"/>
            <p:cNvSpPr/>
            <p:nvPr/>
          </p:nvSpPr>
          <p:spPr>
            <a:xfrm>
              <a:off x="457200" y="31406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2"/>
                  </a:solidFill>
                </a:rPr>
                <a:t>2</a:t>
              </a:r>
              <a:endParaRPr lang="en-US" sz="3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030" name="Group 1029"/>
          <p:cNvGrpSpPr/>
          <p:nvPr/>
        </p:nvGrpSpPr>
        <p:grpSpPr>
          <a:xfrm>
            <a:off x="1905000" y="4135578"/>
            <a:ext cx="1371600" cy="893622"/>
            <a:chOff x="457200" y="4135578"/>
            <a:chExt cx="1371600" cy="893622"/>
          </a:xfrm>
        </p:grpSpPr>
        <p:grpSp>
          <p:nvGrpSpPr>
            <p:cNvPr id="45" name="Group 44"/>
            <p:cNvGrpSpPr/>
            <p:nvPr/>
          </p:nvGrpSpPr>
          <p:grpSpPr>
            <a:xfrm>
              <a:off x="603072" y="4135578"/>
              <a:ext cx="1225728" cy="734292"/>
              <a:chOff x="603072" y="1981200"/>
              <a:chExt cx="1225728" cy="734292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11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47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6" name="Oval 55"/>
            <p:cNvSpPr/>
            <p:nvPr/>
          </p:nvSpPr>
          <p:spPr>
            <a:xfrm>
              <a:off x="457200" y="45122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6"/>
                  </a:solidFill>
                </a:rPr>
                <a:t>3</a:t>
              </a:r>
              <a:endParaRPr lang="en-US" sz="32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031" name="Group 1030"/>
          <p:cNvGrpSpPr/>
          <p:nvPr/>
        </p:nvGrpSpPr>
        <p:grpSpPr>
          <a:xfrm>
            <a:off x="2659511" y="5701391"/>
            <a:ext cx="1402901" cy="928009"/>
            <a:chOff x="1142999" y="5723448"/>
            <a:chExt cx="1402901" cy="928009"/>
          </a:xfrm>
        </p:grpSpPr>
        <p:grpSp>
          <p:nvGrpSpPr>
            <p:cNvPr id="57" name="Group 56"/>
            <p:cNvGrpSpPr/>
            <p:nvPr/>
          </p:nvGrpSpPr>
          <p:grpSpPr>
            <a:xfrm>
              <a:off x="1215936" y="5723448"/>
              <a:ext cx="1329964" cy="734292"/>
              <a:chOff x="603072" y="1981200"/>
              <a:chExt cx="1329964" cy="734292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914400" y="1981200"/>
                <a:ext cx="1018636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7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9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6" name="Oval 65"/>
            <p:cNvSpPr/>
            <p:nvPr/>
          </p:nvSpPr>
          <p:spPr>
            <a:xfrm>
              <a:off x="1142999" y="6134506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>
                  <a:solidFill>
                    <a:schemeClr val="accent1"/>
                  </a:solidFill>
                </a:rPr>
                <a:t>1</a:t>
              </a:r>
              <a:endParaRPr lang="en-US" sz="32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32" name="Group 1031"/>
          <p:cNvGrpSpPr/>
          <p:nvPr/>
        </p:nvGrpSpPr>
        <p:grpSpPr>
          <a:xfrm>
            <a:off x="4219308" y="5665203"/>
            <a:ext cx="1320977" cy="909209"/>
            <a:chOff x="3098623" y="5720191"/>
            <a:chExt cx="1320977" cy="909209"/>
          </a:xfrm>
        </p:grpSpPr>
        <p:grpSp>
          <p:nvGrpSpPr>
            <p:cNvPr id="60" name="Group 59"/>
            <p:cNvGrpSpPr/>
            <p:nvPr/>
          </p:nvGrpSpPr>
          <p:grpSpPr>
            <a:xfrm>
              <a:off x="3193872" y="5720191"/>
              <a:ext cx="1225728" cy="734292"/>
              <a:chOff x="603072" y="1981200"/>
              <a:chExt cx="1225728" cy="734292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7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2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7" name="Oval 66"/>
            <p:cNvSpPr/>
            <p:nvPr/>
          </p:nvSpPr>
          <p:spPr>
            <a:xfrm>
              <a:off x="3098623" y="6112449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2"/>
                  </a:solidFill>
                </a:rPr>
                <a:t>2</a:t>
              </a:r>
              <a:endParaRPr lang="en-US" sz="3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033" name="Group 1032"/>
          <p:cNvGrpSpPr/>
          <p:nvPr/>
        </p:nvGrpSpPr>
        <p:grpSpPr>
          <a:xfrm>
            <a:off x="5784672" y="5659349"/>
            <a:ext cx="1225728" cy="970051"/>
            <a:chOff x="5257800" y="5661947"/>
            <a:chExt cx="1225728" cy="970051"/>
          </a:xfrm>
        </p:grpSpPr>
        <p:grpSp>
          <p:nvGrpSpPr>
            <p:cNvPr id="63" name="Group 62"/>
            <p:cNvGrpSpPr/>
            <p:nvPr/>
          </p:nvGrpSpPr>
          <p:grpSpPr>
            <a:xfrm>
              <a:off x="5257800" y="5661947"/>
              <a:ext cx="1225728" cy="734292"/>
              <a:chOff x="603072" y="1981200"/>
              <a:chExt cx="1225728" cy="734292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914400" y="1981200"/>
                <a:ext cx="914400" cy="73429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 smtClean="0">
                    <a:solidFill>
                      <a:schemeClr val="tx1"/>
                    </a:solidFill>
                  </a:rPr>
                  <a:t>7</a:t>
                </a:r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5" name="Picture 13" descr="http://upload.wikimedia.org/wikipedia/commons/thumb/0/06/Pac_Man.svg/385px-Pac_Man.svg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072" y="1984456"/>
                <a:ext cx="622655" cy="72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8" name="Oval 67"/>
            <p:cNvSpPr/>
            <p:nvPr/>
          </p:nvSpPr>
          <p:spPr>
            <a:xfrm>
              <a:off x="5642064" y="6115047"/>
              <a:ext cx="457201" cy="516951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accent6"/>
                  </a:solidFill>
                </a:rPr>
                <a:t>3</a:t>
              </a:r>
              <a:endParaRPr lang="en-US" sz="32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7066539" y="5633604"/>
            <a:ext cx="1467861" cy="843396"/>
            <a:chOff x="6872576" y="1820140"/>
            <a:chExt cx="1467861" cy="843396"/>
          </a:xfrm>
        </p:grpSpPr>
        <p:pic>
          <p:nvPicPr>
            <p:cNvPr id="7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576" y="1820140"/>
              <a:ext cx="913679" cy="843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71" name="Oval 70"/>
            <p:cNvSpPr/>
            <p:nvPr/>
          </p:nvSpPr>
          <p:spPr>
            <a:xfrm>
              <a:off x="7426037" y="1820140"/>
              <a:ext cx="914400" cy="7342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9" name="Straight Connector 18"/>
          <p:cNvCxnSpPr>
            <a:stCxn id="23" idx="4"/>
            <a:endCxn id="9" idx="7"/>
          </p:cNvCxnSpPr>
          <p:nvPr/>
        </p:nvCxnSpPr>
        <p:spPr>
          <a:xfrm flipH="1">
            <a:off x="3142689" y="907470"/>
            <a:ext cx="2277036" cy="5924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3" idx="4"/>
            <a:endCxn id="10" idx="0"/>
          </p:cNvCxnSpPr>
          <p:nvPr/>
        </p:nvCxnSpPr>
        <p:spPr>
          <a:xfrm flipH="1">
            <a:off x="5410200" y="907470"/>
            <a:ext cx="9525" cy="48490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23" idx="4"/>
            <a:endCxn id="1027" idx="0"/>
          </p:cNvCxnSpPr>
          <p:nvPr/>
        </p:nvCxnSpPr>
        <p:spPr>
          <a:xfrm>
            <a:off x="5419725" y="907470"/>
            <a:ext cx="2408454" cy="49486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10" idx="4"/>
            <a:endCxn id="37" idx="7"/>
          </p:cNvCxnSpPr>
          <p:nvPr/>
        </p:nvCxnSpPr>
        <p:spPr>
          <a:xfrm flipH="1">
            <a:off x="3142689" y="2126670"/>
            <a:ext cx="2267511" cy="75436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10" idx="4"/>
            <a:endCxn id="44" idx="0"/>
          </p:cNvCxnSpPr>
          <p:nvPr/>
        </p:nvCxnSpPr>
        <p:spPr>
          <a:xfrm>
            <a:off x="5410200" y="2126670"/>
            <a:ext cx="0" cy="64683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10" idx="4"/>
            <a:endCxn id="40" idx="0"/>
          </p:cNvCxnSpPr>
          <p:nvPr/>
        </p:nvCxnSpPr>
        <p:spPr>
          <a:xfrm>
            <a:off x="5410200" y="2126670"/>
            <a:ext cx="2417979" cy="65679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4" idx="4"/>
            <a:endCxn id="53" idx="0"/>
          </p:cNvCxnSpPr>
          <p:nvPr/>
        </p:nvCxnSpPr>
        <p:spPr>
          <a:xfrm>
            <a:off x="5410200" y="3507795"/>
            <a:ext cx="0" cy="62778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44" idx="4"/>
            <a:endCxn id="46" idx="7"/>
          </p:cNvCxnSpPr>
          <p:nvPr/>
        </p:nvCxnSpPr>
        <p:spPr>
          <a:xfrm flipH="1">
            <a:off x="3142689" y="3507795"/>
            <a:ext cx="2267511" cy="73531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44" idx="4"/>
            <a:endCxn id="49" idx="0"/>
          </p:cNvCxnSpPr>
          <p:nvPr/>
        </p:nvCxnSpPr>
        <p:spPr>
          <a:xfrm>
            <a:off x="5410200" y="3507795"/>
            <a:ext cx="2417979" cy="6377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53" idx="4"/>
            <a:endCxn id="59" idx="0"/>
          </p:cNvCxnSpPr>
          <p:nvPr/>
        </p:nvCxnSpPr>
        <p:spPr>
          <a:xfrm flipH="1">
            <a:off x="3043776" y="4869870"/>
            <a:ext cx="2366424" cy="83477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3" idx="4"/>
            <a:endCxn id="62" idx="0"/>
          </p:cNvCxnSpPr>
          <p:nvPr/>
        </p:nvCxnSpPr>
        <p:spPr>
          <a:xfrm flipH="1">
            <a:off x="4625885" y="4869870"/>
            <a:ext cx="784315" cy="7985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53" idx="4"/>
            <a:endCxn id="65" idx="0"/>
          </p:cNvCxnSpPr>
          <p:nvPr/>
        </p:nvCxnSpPr>
        <p:spPr>
          <a:xfrm>
            <a:off x="5410200" y="4869870"/>
            <a:ext cx="685800" cy="792735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>
            <a:stCxn id="53" idx="4"/>
            <a:endCxn id="70" idx="0"/>
          </p:cNvCxnSpPr>
          <p:nvPr/>
        </p:nvCxnSpPr>
        <p:spPr>
          <a:xfrm>
            <a:off x="5410200" y="4869870"/>
            <a:ext cx="2113179" cy="76373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Left Brace 1040"/>
          <p:cNvSpPr/>
          <p:nvPr/>
        </p:nvSpPr>
        <p:spPr>
          <a:xfrm>
            <a:off x="1610229" y="152401"/>
            <a:ext cx="294770" cy="1607122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Left Brace 114"/>
          <p:cNvSpPr/>
          <p:nvPr/>
        </p:nvSpPr>
        <p:spPr>
          <a:xfrm>
            <a:off x="1570107" y="1769485"/>
            <a:ext cx="294770" cy="138112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Left Brace 115"/>
          <p:cNvSpPr/>
          <p:nvPr/>
        </p:nvSpPr>
        <p:spPr>
          <a:xfrm>
            <a:off x="1570106" y="3124200"/>
            <a:ext cx="294770" cy="1388485"/>
          </a:xfrm>
          <a:prstGeom prst="lef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Left Brace 116"/>
          <p:cNvSpPr/>
          <p:nvPr/>
        </p:nvSpPr>
        <p:spPr>
          <a:xfrm>
            <a:off x="1550045" y="4495800"/>
            <a:ext cx="294770" cy="1820136"/>
          </a:xfrm>
          <a:prstGeom prst="leftBrac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TextBox 1041"/>
          <p:cNvSpPr txBox="1"/>
          <p:nvPr/>
        </p:nvSpPr>
        <p:spPr>
          <a:xfrm>
            <a:off x="30181" y="663574"/>
            <a:ext cx="1580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1"/>
                </a:solidFill>
              </a:rPr>
              <a:t>Amigo 1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0963" y="2136631"/>
            <a:ext cx="1580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2"/>
                </a:solidFill>
              </a:rPr>
              <a:t>Amigo 2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0963" y="3504538"/>
            <a:ext cx="1580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C000"/>
                </a:solidFill>
              </a:rPr>
              <a:t>Amigo 3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0963" y="5119872"/>
            <a:ext cx="1386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>
                <a:solidFill>
                  <a:schemeClr val="accent3"/>
                </a:solidFill>
              </a:rPr>
              <a:t>Manhã</a:t>
            </a:r>
            <a:endParaRPr lang="en-US" sz="32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42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54</Words>
  <Application>Microsoft Office PowerPoint</Application>
  <PresentationFormat>On-screen Show (4:3)</PresentationFormat>
  <Paragraphs>48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Alvim</dc:creator>
  <cp:lastModifiedBy>Mario Alvim</cp:lastModifiedBy>
  <cp:revision>3</cp:revision>
  <dcterms:created xsi:type="dcterms:W3CDTF">2014-08-26T13:12:11Z</dcterms:created>
  <dcterms:modified xsi:type="dcterms:W3CDTF">2014-08-26T13:41:35Z</dcterms:modified>
</cp:coreProperties>
</file>